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1607463" cy="432054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6719">
          <p15:clr>
            <a:srgbClr val="A4A3A4"/>
          </p15:clr>
        </p15:guide>
        <p15:guide id="2" orient="horz" pos="448">
          <p15:clr>
            <a:srgbClr val="A4A3A4"/>
          </p15:clr>
        </p15:guide>
        <p15:guide id="3" pos="454">
          <p15:clr>
            <a:srgbClr val="A4A3A4"/>
          </p15:clr>
        </p15:guide>
        <p15:guide id="4" pos="13152">
          <p15:clr>
            <a:srgbClr val="A4A3A4"/>
          </p15:clr>
        </p15:guide>
        <p15:guide id="5" pos="12675">
          <p15:clr>
            <a:srgbClr val="A4A3A4"/>
          </p15:clr>
        </p15:guide>
        <p15:guide id="6" pos="904">
          <p15:clr>
            <a:srgbClr val="A4A3A4"/>
          </p15:clr>
        </p15:guide>
        <p15:guide id="7" pos="7026">
          <p15:clr>
            <a:srgbClr val="A4A3A4"/>
          </p15:clr>
        </p15:guide>
        <p15:guide id="8" pos="6572">
          <p15:clr>
            <a:srgbClr val="A4A3A4"/>
          </p15:clr>
        </p15:guide>
      </p15:sld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" roundtripDataSignature="AMtx7mikYjNCgGV/2O2uv1anaAkZoHec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3"/>
  </p:normalViewPr>
  <p:slideViewPr>
    <p:cSldViewPr snapToGrid="0">
      <p:cViewPr>
        <p:scale>
          <a:sx n="50" d="100"/>
          <a:sy n="50" d="100"/>
        </p:scale>
        <p:origin x="422" y="-8002"/>
      </p:cViewPr>
      <p:guideLst>
        <p:guide orient="horz" pos="26719"/>
        <p:guide orient="horz" pos="448"/>
        <p:guide pos="454"/>
        <p:guide pos="13152"/>
        <p:guide pos="12675"/>
        <p:guide pos="904"/>
        <p:guide pos="7026"/>
        <p:guide pos="65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71750" y="685800"/>
            <a:ext cx="17145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1620560" y="13421680"/>
            <a:ext cx="18366344" cy="9261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3241120" y="24483059"/>
            <a:ext cx="15125224" cy="1104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t" anchorCtr="0">
            <a:normAutofit/>
          </a:bodyPr>
          <a:lstStyle>
            <a:lvl1pPr lvl="0" algn="ctr">
              <a:spcBef>
                <a:spcPts val="2600"/>
              </a:spcBef>
              <a:spcAft>
                <a:spcPts val="0"/>
              </a:spcAft>
              <a:buClr>
                <a:srgbClr val="888888"/>
              </a:buClr>
              <a:buSzPts val="130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2260"/>
              </a:spcBef>
              <a:spcAft>
                <a:spcPts val="0"/>
              </a:spcAft>
              <a:buClr>
                <a:srgbClr val="888888"/>
              </a:buClr>
              <a:buSzPts val="113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940"/>
              </a:spcBef>
              <a:spcAft>
                <a:spcPts val="0"/>
              </a:spcAft>
              <a:buClr>
                <a:srgbClr val="888888"/>
              </a:buClr>
              <a:buSzPts val="97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620"/>
              </a:spcBef>
              <a:spcAft>
                <a:spcPts val="0"/>
              </a:spcAft>
              <a:buClr>
                <a:srgbClr val="888888"/>
              </a:buClr>
              <a:buSzPts val="81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620"/>
              </a:spcBef>
              <a:spcAft>
                <a:spcPts val="0"/>
              </a:spcAft>
              <a:buClr>
                <a:srgbClr val="888888"/>
              </a:buClr>
              <a:buSzPts val="81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620"/>
              </a:spcBef>
              <a:spcAft>
                <a:spcPts val="0"/>
              </a:spcAft>
              <a:buClr>
                <a:srgbClr val="888888"/>
              </a:buClr>
              <a:buSzPts val="81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620"/>
              </a:spcBef>
              <a:spcAft>
                <a:spcPts val="0"/>
              </a:spcAft>
              <a:buClr>
                <a:srgbClr val="888888"/>
              </a:buClr>
              <a:buSzPts val="81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620"/>
              </a:spcBef>
              <a:spcAft>
                <a:spcPts val="0"/>
              </a:spcAft>
              <a:buClr>
                <a:srgbClr val="888888"/>
              </a:buClr>
              <a:buSzPts val="81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620"/>
              </a:spcBef>
              <a:spcAft>
                <a:spcPts val="0"/>
              </a:spcAft>
              <a:buClr>
                <a:srgbClr val="888888"/>
              </a:buClr>
              <a:buSzPts val="81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1080373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7382550" y="40045009"/>
            <a:ext cx="6842363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15485348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1080373" y="1730219"/>
            <a:ext cx="19446716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1080373" y="10081263"/>
            <a:ext cx="19446716" cy="28513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1080373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7382550" y="40045009"/>
            <a:ext cx="6842363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5485348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1706840" y="27763472"/>
            <a:ext cx="18366344" cy="8581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00"/>
              <a:buFont typeface="Calibri"/>
              <a:buNone/>
              <a:defRPr sz="16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1706840" y="18312295"/>
            <a:ext cx="18366344" cy="9451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b" anchorCtr="0">
            <a:normAutofit/>
          </a:bodyPr>
          <a:lstStyle>
            <a:lvl1pPr marL="457200" lvl="0" indent="-228600" algn="l">
              <a:spcBef>
                <a:spcPts val="1620"/>
              </a:spcBef>
              <a:spcAft>
                <a:spcPts val="0"/>
              </a:spcAft>
              <a:buClr>
                <a:srgbClr val="888888"/>
              </a:buClr>
              <a:buSzPts val="8100"/>
              <a:buNone/>
              <a:defRPr sz="81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1460"/>
              </a:spcBef>
              <a:spcAft>
                <a:spcPts val="0"/>
              </a:spcAft>
              <a:buClr>
                <a:srgbClr val="888888"/>
              </a:buClr>
              <a:buSzPts val="7300"/>
              <a:buNone/>
              <a:defRPr sz="73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6500"/>
              <a:buNone/>
              <a:defRPr sz="65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140"/>
              </a:spcBef>
              <a:spcAft>
                <a:spcPts val="0"/>
              </a:spcAft>
              <a:buClr>
                <a:srgbClr val="888888"/>
              </a:buClr>
              <a:buSzPts val="5700"/>
              <a:buNone/>
              <a:defRPr sz="5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140"/>
              </a:spcBef>
              <a:spcAft>
                <a:spcPts val="0"/>
              </a:spcAft>
              <a:buClr>
                <a:srgbClr val="888888"/>
              </a:buClr>
              <a:buSzPts val="5700"/>
              <a:buNone/>
              <a:defRPr sz="5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140"/>
              </a:spcBef>
              <a:spcAft>
                <a:spcPts val="0"/>
              </a:spcAft>
              <a:buClr>
                <a:srgbClr val="888888"/>
              </a:buClr>
              <a:buSzPts val="5700"/>
              <a:buNone/>
              <a:defRPr sz="5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140"/>
              </a:spcBef>
              <a:spcAft>
                <a:spcPts val="0"/>
              </a:spcAft>
              <a:buClr>
                <a:srgbClr val="888888"/>
              </a:buClr>
              <a:buSzPts val="5700"/>
              <a:buNone/>
              <a:defRPr sz="5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140"/>
              </a:spcBef>
              <a:spcAft>
                <a:spcPts val="0"/>
              </a:spcAft>
              <a:buClr>
                <a:srgbClr val="888888"/>
              </a:buClr>
              <a:buSzPts val="5700"/>
              <a:buNone/>
              <a:defRPr sz="5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140"/>
              </a:spcBef>
              <a:spcAft>
                <a:spcPts val="0"/>
              </a:spcAft>
              <a:buClr>
                <a:srgbClr val="888888"/>
              </a:buClr>
              <a:buSzPts val="5700"/>
              <a:buNone/>
              <a:defRPr sz="5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1080373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7382550" y="40045009"/>
            <a:ext cx="6842363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15485348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1080373" y="1730219"/>
            <a:ext cx="19446716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2554634" y="63507938"/>
            <a:ext cx="22792871" cy="17964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t" anchorCtr="0">
            <a:normAutofit/>
          </a:bodyPr>
          <a:lstStyle>
            <a:lvl1pPr marL="457200" lvl="0" indent="-946150" algn="l"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11300"/>
            </a:lvl1pPr>
            <a:lvl2pPr marL="914400" lvl="1" indent="-84455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–"/>
              <a:defRPr sz="9700"/>
            </a:lvl2pPr>
            <a:lvl3pPr marL="1371600" lvl="2" indent="-742950" algn="l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Char char="•"/>
              <a:defRPr sz="8100"/>
            </a:lvl3pPr>
            <a:lvl4pPr marL="1828800" lvl="3" indent="-69215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Char char="–"/>
              <a:defRPr sz="7300"/>
            </a:lvl4pPr>
            <a:lvl5pPr marL="2286000" lvl="4" indent="-69215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Char char="»"/>
              <a:defRPr sz="7300"/>
            </a:lvl5pPr>
            <a:lvl6pPr marL="2743200" lvl="5" indent="-69215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Char char="•"/>
              <a:defRPr sz="7300"/>
            </a:lvl6pPr>
            <a:lvl7pPr marL="3200400" lvl="6" indent="-69215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Char char="•"/>
              <a:defRPr sz="7300"/>
            </a:lvl7pPr>
            <a:lvl8pPr marL="3657600" lvl="7" indent="-69215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Char char="•"/>
              <a:defRPr sz="7300"/>
            </a:lvl8pPr>
            <a:lvl9pPr marL="4114800" lvl="8" indent="-69215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Char char="•"/>
              <a:defRPr sz="73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25707631" y="63507938"/>
            <a:ext cx="22796624" cy="179642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t" anchorCtr="0">
            <a:normAutofit/>
          </a:bodyPr>
          <a:lstStyle>
            <a:lvl1pPr marL="457200" lvl="0" indent="-946150" algn="l"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11300"/>
            </a:lvl1pPr>
            <a:lvl2pPr marL="914400" lvl="1" indent="-84455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–"/>
              <a:defRPr sz="9700"/>
            </a:lvl2pPr>
            <a:lvl3pPr marL="1371600" lvl="2" indent="-742950" algn="l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Char char="•"/>
              <a:defRPr sz="8100"/>
            </a:lvl3pPr>
            <a:lvl4pPr marL="1828800" lvl="3" indent="-69215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Char char="–"/>
              <a:defRPr sz="7300"/>
            </a:lvl4pPr>
            <a:lvl5pPr marL="2286000" lvl="4" indent="-69215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Char char="»"/>
              <a:defRPr sz="7300"/>
            </a:lvl5pPr>
            <a:lvl6pPr marL="2743200" lvl="5" indent="-69215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Char char="•"/>
              <a:defRPr sz="7300"/>
            </a:lvl6pPr>
            <a:lvl7pPr marL="3200400" lvl="6" indent="-69215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Char char="•"/>
              <a:defRPr sz="7300"/>
            </a:lvl7pPr>
            <a:lvl8pPr marL="3657600" lvl="7" indent="-69215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Char char="•"/>
              <a:defRPr sz="7300"/>
            </a:lvl8pPr>
            <a:lvl9pPr marL="4114800" lvl="8" indent="-69215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Char char="•"/>
              <a:defRPr sz="7300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1080373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7382550" y="40045009"/>
            <a:ext cx="6842363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15485348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1080373" y="1730219"/>
            <a:ext cx="19446716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1080373" y="9671212"/>
            <a:ext cx="9547049" cy="403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b" anchorCtr="0">
            <a:normAutofit/>
          </a:bodyPr>
          <a:lstStyle>
            <a:lvl1pPr marL="457200" lvl="0" indent="-2286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None/>
              <a:defRPr sz="9700" b="1"/>
            </a:lvl1pPr>
            <a:lvl2pPr marL="914400" lvl="1" indent="-228600" algn="l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None/>
              <a:defRPr sz="8100" b="1"/>
            </a:lvl2pPr>
            <a:lvl3pPr marL="1371600" lvl="2" indent="-22860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 b="1"/>
            </a:lvl3pPr>
            <a:lvl4pPr marL="1828800" lvl="3" indent="-2286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 b="1"/>
            </a:lvl4pPr>
            <a:lvl5pPr marL="2286000" lvl="4" indent="-2286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 b="1"/>
            </a:lvl5pPr>
            <a:lvl6pPr marL="2743200" lvl="5" indent="-2286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 b="1"/>
            </a:lvl6pPr>
            <a:lvl7pPr marL="3200400" lvl="6" indent="-2286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 b="1"/>
            </a:lvl7pPr>
            <a:lvl8pPr marL="3657600" lvl="7" indent="-2286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 b="1"/>
            </a:lvl8pPr>
            <a:lvl9pPr marL="4114800" lvl="8" indent="-2286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1080373" y="13701713"/>
            <a:ext cx="9547049" cy="2489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t" anchorCtr="0">
            <a:normAutofit/>
          </a:bodyPr>
          <a:lstStyle>
            <a:lvl1pPr marL="457200" lvl="0" indent="-84455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1pPr>
            <a:lvl2pPr marL="914400" lvl="1" indent="-742950" algn="l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Char char="–"/>
              <a:defRPr sz="8100"/>
            </a:lvl2pPr>
            <a:lvl3pPr marL="1371600" lvl="2" indent="-69215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Char char="•"/>
              <a:defRPr sz="7300"/>
            </a:lvl3pPr>
            <a:lvl4pPr marL="1828800" lvl="3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–"/>
              <a:defRPr sz="6500"/>
            </a:lvl4pPr>
            <a:lvl5pPr marL="2286000" lvl="4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»"/>
              <a:defRPr sz="6500"/>
            </a:lvl5pPr>
            <a:lvl6pPr marL="2743200" lvl="5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•"/>
              <a:defRPr sz="6500"/>
            </a:lvl6pPr>
            <a:lvl7pPr marL="3200400" lvl="6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•"/>
              <a:defRPr sz="6500"/>
            </a:lvl7pPr>
            <a:lvl8pPr marL="3657600" lvl="7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•"/>
              <a:defRPr sz="6500"/>
            </a:lvl8pPr>
            <a:lvl9pPr marL="4114800" lvl="8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•"/>
              <a:defRPr sz="65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10976292" y="9671212"/>
            <a:ext cx="9550799" cy="4030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b" anchorCtr="0">
            <a:normAutofit/>
          </a:bodyPr>
          <a:lstStyle>
            <a:lvl1pPr marL="457200" lvl="0" indent="-2286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None/>
              <a:defRPr sz="9700" b="1"/>
            </a:lvl1pPr>
            <a:lvl2pPr marL="914400" lvl="1" indent="-228600" algn="l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None/>
              <a:defRPr sz="8100" b="1"/>
            </a:lvl2pPr>
            <a:lvl3pPr marL="1371600" lvl="2" indent="-22860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None/>
              <a:defRPr sz="7300" b="1"/>
            </a:lvl3pPr>
            <a:lvl4pPr marL="1828800" lvl="3" indent="-2286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 b="1"/>
            </a:lvl4pPr>
            <a:lvl5pPr marL="2286000" lvl="4" indent="-2286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 b="1"/>
            </a:lvl5pPr>
            <a:lvl6pPr marL="2743200" lvl="5" indent="-2286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 b="1"/>
            </a:lvl6pPr>
            <a:lvl7pPr marL="3200400" lvl="6" indent="-2286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 b="1"/>
            </a:lvl7pPr>
            <a:lvl8pPr marL="3657600" lvl="7" indent="-2286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 b="1"/>
            </a:lvl8pPr>
            <a:lvl9pPr marL="4114800" lvl="8" indent="-22860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10976292" y="13701713"/>
            <a:ext cx="9550799" cy="24893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t" anchorCtr="0">
            <a:normAutofit/>
          </a:bodyPr>
          <a:lstStyle>
            <a:lvl1pPr marL="457200" lvl="0" indent="-84455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1pPr>
            <a:lvl2pPr marL="914400" lvl="1" indent="-742950" algn="l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Char char="–"/>
              <a:defRPr sz="8100"/>
            </a:lvl2pPr>
            <a:lvl3pPr marL="1371600" lvl="2" indent="-692150" algn="l">
              <a:spcBef>
                <a:spcPts val="1460"/>
              </a:spcBef>
              <a:spcAft>
                <a:spcPts val="0"/>
              </a:spcAft>
              <a:buClr>
                <a:schemeClr val="dk1"/>
              </a:buClr>
              <a:buSzPts val="7300"/>
              <a:buChar char="•"/>
              <a:defRPr sz="7300"/>
            </a:lvl3pPr>
            <a:lvl4pPr marL="1828800" lvl="3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–"/>
              <a:defRPr sz="6500"/>
            </a:lvl4pPr>
            <a:lvl5pPr marL="2286000" lvl="4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»"/>
              <a:defRPr sz="6500"/>
            </a:lvl5pPr>
            <a:lvl6pPr marL="2743200" lvl="5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•"/>
              <a:defRPr sz="6500"/>
            </a:lvl6pPr>
            <a:lvl7pPr marL="3200400" lvl="6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•"/>
              <a:defRPr sz="6500"/>
            </a:lvl7pPr>
            <a:lvl8pPr marL="3657600" lvl="7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•"/>
              <a:defRPr sz="6500"/>
            </a:lvl8pPr>
            <a:lvl9pPr marL="4114800" lvl="8" indent="-64135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6500"/>
              <a:buChar char="•"/>
              <a:defRPr sz="65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1080373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7382550" y="40045009"/>
            <a:ext cx="6842363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15485348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1080373" y="1730219"/>
            <a:ext cx="19446716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1080373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7382550" y="40045009"/>
            <a:ext cx="6842363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15485348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1080373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7382550" y="40045009"/>
            <a:ext cx="6842363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5485348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1080375" y="1720215"/>
            <a:ext cx="7108706" cy="7320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Calibri"/>
              <a:buNone/>
              <a:defRPr sz="81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8447918" y="1720218"/>
            <a:ext cx="12079172" cy="3687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t" anchorCtr="0">
            <a:normAutofit/>
          </a:bodyPr>
          <a:lstStyle>
            <a:lvl1pPr marL="457200" lvl="0" indent="-1054100" algn="l">
              <a:spcBef>
                <a:spcPts val="2600"/>
              </a:spcBef>
              <a:spcAft>
                <a:spcPts val="0"/>
              </a:spcAft>
              <a:buClr>
                <a:schemeClr val="dk1"/>
              </a:buClr>
              <a:buSzPts val="13000"/>
              <a:buChar char="•"/>
              <a:defRPr sz="13000"/>
            </a:lvl1pPr>
            <a:lvl2pPr marL="914400" lvl="1" indent="-946150" algn="l"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–"/>
              <a:defRPr sz="11300"/>
            </a:lvl2pPr>
            <a:lvl3pPr marL="1371600" lvl="2" indent="-84455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3pPr>
            <a:lvl4pPr marL="1828800" lvl="3" indent="-742950" algn="l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Char char="–"/>
              <a:defRPr sz="8100"/>
            </a:lvl4pPr>
            <a:lvl5pPr marL="2286000" lvl="4" indent="-742950" algn="l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Char char="»"/>
              <a:defRPr sz="8100"/>
            </a:lvl5pPr>
            <a:lvl6pPr marL="2743200" lvl="5" indent="-742950" algn="l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Char char="•"/>
              <a:defRPr sz="8100"/>
            </a:lvl6pPr>
            <a:lvl7pPr marL="3200400" lvl="6" indent="-742950" algn="l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Char char="•"/>
              <a:defRPr sz="8100"/>
            </a:lvl7pPr>
            <a:lvl8pPr marL="3657600" lvl="7" indent="-742950" algn="l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Char char="•"/>
              <a:defRPr sz="8100"/>
            </a:lvl8pPr>
            <a:lvl9pPr marL="4114800" lvl="8" indent="-742950" algn="l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Char char="•"/>
              <a:defRPr sz="81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1080375" y="9041133"/>
            <a:ext cx="7108706" cy="29553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t" anchorCtr="0">
            <a:normAutofit/>
          </a:bodyPr>
          <a:lstStyle>
            <a:lvl1pPr marL="457200" lvl="0" indent="-22860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/>
            </a:lvl1pPr>
            <a:lvl2pPr marL="914400" lvl="1" indent="-228600" algn="l"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/>
            </a:lvl2pPr>
            <a:lvl3pPr marL="1371600" lvl="2" indent="-228600" algn="l">
              <a:spcBef>
                <a:spcPts val="82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 sz="4100"/>
            </a:lvl3pPr>
            <a:lvl4pPr marL="1828800" lvl="3" indent="-228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228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marL="3200400" lvl="6" indent="-228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marL="3657600" lvl="7" indent="-228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marL="4114800" lvl="8" indent="-228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1080373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7382550" y="40045009"/>
            <a:ext cx="6842363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5485348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4235214" y="30243781"/>
            <a:ext cx="12964478" cy="3570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Calibri"/>
              <a:buNone/>
              <a:defRPr sz="81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4235214" y="3860483"/>
            <a:ext cx="12964478" cy="2592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t" anchorCtr="0">
            <a:normAutofit/>
          </a:bodyPr>
          <a:lstStyle>
            <a:lvl1pPr marR="0" lvl="0" algn="l" rtl="0">
              <a:spcBef>
                <a:spcPts val="2600"/>
              </a:spcBef>
              <a:spcAft>
                <a:spcPts val="0"/>
              </a:spcAft>
              <a:buClr>
                <a:schemeClr val="dk1"/>
              </a:buClr>
              <a:buSzPts val="13000"/>
              <a:buFont typeface="Arial"/>
              <a:buNone/>
              <a:defRPr sz="1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Font typeface="Arial"/>
              <a:buNone/>
              <a:defRPr sz="1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None/>
              <a:defRPr sz="9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None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4235214" y="33814228"/>
            <a:ext cx="12964478" cy="5070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t" anchorCtr="0">
            <a:normAutofit/>
          </a:bodyPr>
          <a:lstStyle>
            <a:lvl1pPr marL="457200" lvl="0" indent="-22860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/>
            </a:lvl1pPr>
            <a:lvl2pPr marL="914400" lvl="1" indent="-228600" algn="l"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4900"/>
              <a:buNone/>
              <a:defRPr sz="4900"/>
            </a:lvl2pPr>
            <a:lvl3pPr marL="1371600" lvl="2" indent="-228600" algn="l">
              <a:spcBef>
                <a:spcPts val="82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 sz="4100"/>
            </a:lvl3pPr>
            <a:lvl4pPr marL="1828800" lvl="3" indent="-228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4pPr>
            <a:lvl5pPr marL="2286000" lvl="4" indent="-228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5pPr>
            <a:lvl6pPr marL="2743200" lvl="5" indent="-228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6pPr>
            <a:lvl7pPr marL="3200400" lvl="6" indent="-228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7pPr>
            <a:lvl8pPr marL="3657600" lvl="7" indent="-228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8pPr>
            <a:lvl9pPr marL="4114800" lvl="8" indent="-22860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1080373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7382550" y="40045009"/>
            <a:ext cx="6842363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5485348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1080373" y="1730219"/>
            <a:ext cx="19446716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-3453051" y="14614689"/>
            <a:ext cx="28513567" cy="19446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1080373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7382550" y="40045009"/>
            <a:ext cx="6842363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5485348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-73363496" y="121282647"/>
            <a:ext cx="232249031" cy="11486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96518367" y="109974367"/>
            <a:ext cx="232249031" cy="34103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1080373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7382550" y="40045009"/>
            <a:ext cx="6842363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5485348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1080373" y="1730219"/>
            <a:ext cx="19446716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800"/>
              <a:buFont typeface="Calibri"/>
              <a:buNone/>
              <a:defRPr sz="17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1080373" y="10081263"/>
            <a:ext cx="19446716" cy="28513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t" anchorCtr="0">
            <a:normAutofit/>
          </a:bodyPr>
          <a:lstStyle>
            <a:lvl1pPr marL="457200" marR="0" lvl="0" indent="-1054100" algn="l" rtl="0">
              <a:spcBef>
                <a:spcPts val="2600"/>
              </a:spcBef>
              <a:spcAft>
                <a:spcPts val="0"/>
              </a:spcAft>
              <a:buClr>
                <a:schemeClr val="dk1"/>
              </a:buClr>
              <a:buSzPts val="13000"/>
              <a:buFont typeface="Arial"/>
              <a:buChar char="•"/>
              <a:defRPr sz="1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946150" algn="l" rtl="0"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Font typeface="Arial"/>
              <a:buChar char="–"/>
              <a:defRPr sz="1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844550" algn="l" rtl="0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Char char="•"/>
              <a:defRPr sz="9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742950" algn="l" rtl="0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Char char="–"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742950" algn="l" rtl="0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Char char="»"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742950" algn="l" rtl="0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Char char="•"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742950" algn="l" rtl="0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Char char="•"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742950" algn="l" rtl="0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Char char="•"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742950" algn="l" rtl="0"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Char char="•"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1080373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7382550" y="40045009"/>
            <a:ext cx="6842363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5485348" y="40045009"/>
            <a:ext cx="5041741" cy="23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0350" tIns="185175" rIns="370350" bIns="1851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4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4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4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4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4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4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4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4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4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720726" y="3907216"/>
            <a:ext cx="20158074" cy="2112987"/>
          </a:xfrm>
          <a:prstGeom prst="rect">
            <a:avLst/>
          </a:prstGeom>
          <a:solidFill>
            <a:srgbClr val="1B68A5"/>
          </a:solidFill>
          <a:ln>
            <a:noFill/>
          </a:ln>
        </p:spPr>
        <p:txBody>
          <a:bodyPr spcFirstLastPara="1" wrap="square" lIns="288000" tIns="45700" rIns="288000" bIns="45700" anchor="ctr" anchorCtr="0">
            <a:normAutofit fontScale="85000" lnSpcReduction="10000"/>
          </a:bodyPr>
          <a:lstStyle/>
          <a:p>
            <a:r>
              <a:rPr lang="es-SV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Clasificación mensual de amenaza por precipitación en Ecuador usando aprendizaje automático</a:t>
            </a:r>
          </a:p>
        </p:txBody>
      </p:sp>
      <p:sp>
        <p:nvSpPr>
          <p:cNvPr id="85" name="Google Shape;85;p1"/>
          <p:cNvSpPr txBox="1"/>
          <p:nvPr/>
        </p:nvSpPr>
        <p:spPr>
          <a:xfrm>
            <a:off x="1435100" y="6321935"/>
            <a:ext cx="3874733" cy="941539"/>
          </a:xfrm>
          <a:prstGeom prst="rect">
            <a:avLst/>
          </a:prstGeom>
          <a:solidFill>
            <a:srgbClr val="1B68A5"/>
          </a:solidFill>
          <a:ln>
            <a:noFill/>
          </a:ln>
        </p:spPr>
        <p:txBody>
          <a:bodyPr spcFirstLastPara="1" wrap="square" lIns="360000" tIns="0" rIns="18000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1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PROBLEMA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435100" y="10257165"/>
            <a:ext cx="6154420" cy="953522"/>
          </a:xfrm>
          <a:prstGeom prst="rect">
            <a:avLst/>
          </a:prstGeom>
          <a:solidFill>
            <a:srgbClr val="1B68A5"/>
          </a:solidFill>
          <a:ln>
            <a:noFill/>
          </a:ln>
        </p:spPr>
        <p:txBody>
          <a:bodyPr spcFirstLastPara="1" wrap="square" lIns="360000" tIns="0" rIns="180000" bIns="0" anchor="ctr" anchorCtr="0">
            <a:noAutofit/>
          </a:bodyPr>
          <a:lstStyle/>
          <a:p>
            <a:pPr lvl="0"/>
            <a:r>
              <a:rPr lang="es-ES" sz="4000" b="1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OBJETIVO  GENERAL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435100" y="15621096"/>
            <a:ext cx="3874733" cy="941539"/>
          </a:xfrm>
          <a:prstGeom prst="rect">
            <a:avLst/>
          </a:prstGeom>
          <a:solidFill>
            <a:srgbClr val="1B68A5"/>
          </a:solidFill>
          <a:ln>
            <a:noFill/>
          </a:ln>
        </p:spPr>
        <p:txBody>
          <a:bodyPr spcFirstLastPara="1" wrap="square" lIns="360000" tIns="0" rIns="180000" bIns="0" anchor="ctr" anchorCtr="0">
            <a:noAutofit/>
          </a:bodyPr>
          <a:lstStyle/>
          <a:p>
            <a:pPr lvl="0"/>
            <a:r>
              <a:rPr lang="es-ES" sz="4000" b="1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SOLUCIÓN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435100" y="24022337"/>
            <a:ext cx="4173220" cy="941538"/>
          </a:xfrm>
          <a:prstGeom prst="rect">
            <a:avLst/>
          </a:prstGeom>
          <a:solidFill>
            <a:srgbClr val="1B68A5"/>
          </a:solidFill>
          <a:ln>
            <a:noFill/>
          </a:ln>
        </p:spPr>
        <p:txBody>
          <a:bodyPr spcFirstLastPara="1" wrap="square" lIns="360000" tIns="0" rIns="180000" bIns="0" anchor="ctr" anchorCtr="0">
            <a:noAutofit/>
          </a:bodyPr>
          <a:lstStyle/>
          <a:p>
            <a:pPr lvl="0"/>
            <a:r>
              <a:rPr lang="es-ES" sz="4000" b="1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RESULTADOS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435100" y="36723734"/>
            <a:ext cx="4666559" cy="941539"/>
          </a:xfrm>
          <a:prstGeom prst="rect">
            <a:avLst/>
          </a:prstGeom>
          <a:solidFill>
            <a:srgbClr val="1B68A5"/>
          </a:solidFill>
          <a:ln>
            <a:noFill/>
          </a:ln>
        </p:spPr>
        <p:txBody>
          <a:bodyPr spcFirstLastPara="1" wrap="square" lIns="360000" tIns="0" rIns="180000" bIns="0" anchor="ctr" anchorCtr="0">
            <a:noAutofit/>
          </a:bodyPr>
          <a:lstStyle/>
          <a:p>
            <a:pPr lvl="0"/>
            <a:r>
              <a:rPr lang="es-ES" sz="4000" b="1" dirty="0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CONCLUSIONES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0" name="Google Shape;90;p1"/>
          <p:cNvCxnSpPr/>
          <p:nvPr/>
        </p:nvCxnSpPr>
        <p:spPr>
          <a:xfrm>
            <a:off x="5309833" y="15724103"/>
            <a:ext cx="14843481" cy="0"/>
          </a:xfrm>
          <a:prstGeom prst="straightConnector1">
            <a:avLst/>
          </a:prstGeom>
          <a:noFill/>
          <a:ln w="2540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1" name="Google Shape;91;p1"/>
          <p:cNvCxnSpPr>
            <a:cxnSpLocks/>
          </p:cNvCxnSpPr>
          <p:nvPr/>
        </p:nvCxnSpPr>
        <p:spPr>
          <a:xfrm>
            <a:off x="5608320" y="24471014"/>
            <a:ext cx="14544994" cy="0"/>
          </a:xfrm>
          <a:prstGeom prst="straightConnector1">
            <a:avLst/>
          </a:prstGeom>
          <a:noFill/>
          <a:ln w="2540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1"/>
          <p:cNvSpPr txBox="1"/>
          <p:nvPr/>
        </p:nvSpPr>
        <p:spPr>
          <a:xfrm>
            <a:off x="9403080" y="989847"/>
            <a:ext cx="4834951" cy="2666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500" dirty="0">
                <a:solidFill>
                  <a:srgbClr val="5F497A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David Enrique Ramirez Scamaronez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 dirty="0">
                <a:solidFill>
                  <a:srgbClr val="595959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scadrami@espol.edu.ec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595959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FIEC</a:t>
            </a:r>
            <a:endParaRPr sz="2500" dirty="0">
              <a:solidFill>
                <a:srgbClr val="595959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rgbClr val="595959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500" dirty="0">
                <a:solidFill>
                  <a:srgbClr val="5F497A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Katherine Sheila Forero Villota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 dirty="0">
                <a:solidFill>
                  <a:srgbClr val="595959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kforero@espol.edu.ec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 dirty="0">
                <a:solidFill>
                  <a:srgbClr val="595959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FIEC</a:t>
            </a:r>
            <a:endParaRPr sz="2500" dirty="0">
              <a:solidFill>
                <a:srgbClr val="595959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rgbClr val="595959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5163800" y="918389"/>
            <a:ext cx="4652883" cy="2666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500" dirty="0">
                <a:solidFill>
                  <a:srgbClr val="5F497A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Anthony Arturo Herrera León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s-ES" sz="2500" dirty="0">
                <a:solidFill>
                  <a:srgbClr val="595959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anthleon@espol.edu.ec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595959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FIEC</a:t>
            </a:r>
            <a:endParaRPr sz="2500" dirty="0">
              <a:solidFill>
                <a:srgbClr val="595959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rgbClr val="595959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cxnSp>
        <p:nvCxnSpPr>
          <p:cNvPr id="94" name="Google Shape;94;p1"/>
          <p:cNvCxnSpPr>
            <a:cxnSpLocks/>
          </p:cNvCxnSpPr>
          <p:nvPr/>
        </p:nvCxnSpPr>
        <p:spPr>
          <a:xfrm>
            <a:off x="14853909" y="852252"/>
            <a:ext cx="0" cy="2732408"/>
          </a:xfrm>
          <a:prstGeom prst="straightConnector1">
            <a:avLst/>
          </a:prstGeom>
          <a:noFill/>
          <a:ln w="25400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" name="Google Shape;95;p1"/>
          <p:cNvSpPr txBox="1"/>
          <p:nvPr/>
        </p:nvSpPr>
        <p:spPr>
          <a:xfrm>
            <a:off x="1431922" y="7435794"/>
            <a:ext cx="18864662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SV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Ecuador, la lluvia varía mucho entre regiones como </a:t>
            </a:r>
            <a:r>
              <a:rPr lang="es-SV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Costa, Sierra y Amazonía. </a:t>
            </a:r>
            <a:r>
              <a:rPr lang="es-SV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Esto dificulta anticipar si el siguiente mes tendrá una amenaza </a:t>
            </a:r>
            <a:r>
              <a:rPr lang="es-SV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Baja, Media o Alta</a:t>
            </a:r>
            <a:r>
              <a:rPr lang="es-SV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 precipitación intensa.</a:t>
            </a:r>
          </a:p>
          <a:p>
            <a:r>
              <a:rPr lang="es-SV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reto fue construir una clasificación comparable entre zonas, sin depender solo de reglas locales o de una revisión manual de datos meteorológicos históricos.</a:t>
            </a:r>
          </a:p>
        </p:txBody>
      </p:sp>
      <p:sp>
        <p:nvSpPr>
          <p:cNvPr id="96" name="Google Shape;96;p1"/>
          <p:cNvSpPr txBox="1"/>
          <p:nvPr/>
        </p:nvSpPr>
        <p:spPr>
          <a:xfrm>
            <a:off x="1435098" y="11613794"/>
            <a:ext cx="9718677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SV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Diseñar y evaluar un modelo de aprendizaje automático supervisado para clasificar la amenaza mensual por precipitación en zonas seleccionadas del Ecuador, usando datos meteorológicos históricos y antecedentes del mes anterior al objetivo.</a:t>
            </a:r>
          </a:p>
        </p:txBody>
      </p:sp>
      <p:sp>
        <p:nvSpPr>
          <p:cNvPr id="97" name="Google Shape;97;p1"/>
          <p:cNvSpPr txBox="1"/>
          <p:nvPr/>
        </p:nvSpPr>
        <p:spPr>
          <a:xfrm>
            <a:off x="1435097" y="37925329"/>
            <a:ext cx="9718675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SV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definición del target fue clave para obtener una amenaza comparable entre zonas.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SV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validación temporal permitió evaluar el modelo sin mezclar información futura.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SV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SVM RBF logró un desempeño estable, con </a:t>
            </a:r>
            <a:r>
              <a:rPr lang="es-SV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 F1 = 68.80%</a:t>
            </a:r>
            <a:r>
              <a:rPr lang="es-SV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prueba temporal final.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SV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climatología y estacionalidad explican parte importante de la señal; el modelo aporta una mejora adicional sobre esos patrones.</a:t>
            </a:r>
          </a:p>
        </p:txBody>
      </p:sp>
      <p:sp>
        <p:nvSpPr>
          <p:cNvPr id="98" name="Google Shape;98;p1"/>
          <p:cNvSpPr txBox="1"/>
          <p:nvPr/>
        </p:nvSpPr>
        <p:spPr>
          <a:xfrm>
            <a:off x="1435099" y="16843737"/>
            <a:ext cx="8120489" cy="6401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SV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construyó un pipeline con datos ERA5-Land. Los datos horarios fueron transformados en indicadores mensuales de precipitación, temperatura, humedad, viento y presión.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SV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amenaza se definió con </a:t>
            </a:r>
            <a:r>
              <a:rPr lang="es-SV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Rx5day</a:t>
            </a:r>
            <a:r>
              <a:rPr lang="es-SV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que mide la máxima precipitación acumulada en 5 días dentro de un mes. Con percentiles globales 33 y 66 se clasificó cada mes como </a:t>
            </a:r>
            <a:r>
              <a:rPr lang="es-SV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Baja, Media o Alta</a:t>
            </a:r>
            <a:r>
              <a:rPr lang="es-SV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SV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modelo final fue un </a:t>
            </a:r>
            <a:r>
              <a:rPr lang="es-SV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con </a:t>
            </a:r>
            <a:r>
              <a:rPr lang="es-SV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es-SV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RBF</a:t>
            </a:r>
            <a:r>
              <a:rPr lang="es-SV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entrenado con información observada del mes actual, antecedentes temporales y contexto geográfico/estacional.</a:t>
            </a:r>
          </a:p>
        </p:txBody>
      </p:sp>
      <p:sp>
        <p:nvSpPr>
          <p:cNvPr id="99" name="Google Shape;99;p1"/>
          <p:cNvSpPr txBox="1"/>
          <p:nvPr/>
        </p:nvSpPr>
        <p:spPr>
          <a:xfrm>
            <a:off x="1435097" y="25368507"/>
            <a:ext cx="9368634" cy="5909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RBF </a:t>
            </a:r>
            <a:r>
              <a:rPr lang="es-MX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fue seleccionado por obtener el mayor Macro F1 promedio en cuatro </a:t>
            </a:r>
            <a:r>
              <a:rPr lang="es-MX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folds</a:t>
            </a:r>
            <a:r>
              <a:rPr lang="es-MX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validación cruzada temporal sobre el conjunto de desarrollo.</a:t>
            </a:r>
          </a:p>
          <a:p>
            <a:r>
              <a:rPr lang="es-SV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Métricas principales: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SV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 temporal 1991-2017: </a:t>
            </a:r>
            <a:r>
              <a:rPr lang="es-SV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 F1 = 71.88%</a:t>
            </a:r>
            <a:endParaRPr lang="es-SV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SV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Validación temporal 2018-2021: </a:t>
            </a:r>
            <a:r>
              <a:rPr lang="es-SV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 F1 = 68.95%</a:t>
            </a:r>
            <a:endParaRPr lang="es-SV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SV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Prueba temporal final 2022-2025: </a:t>
            </a:r>
            <a:r>
              <a:rPr lang="es-SV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 F1 = 68.80%</a:t>
            </a:r>
            <a:endParaRPr lang="es-SV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SV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s-SV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prueba temporal final: </a:t>
            </a:r>
            <a:r>
              <a:rPr lang="es-SV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69.97%</a:t>
            </a:r>
            <a:endParaRPr lang="es-SV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SV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modelo mantuvo un rendimiento temporal estable al evaluar meses futuros en zonas conocidas.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SV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2232322" y="37925329"/>
            <a:ext cx="8064262" cy="492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SV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Construimos un </a:t>
            </a:r>
            <a:r>
              <a:rPr lang="es-SV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s-SV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mensual a partir de datos meteorológicos horarios </a:t>
            </a:r>
            <a:r>
              <a:rPr lang="es-SV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ERA5-Land</a:t>
            </a:r>
            <a:r>
              <a:rPr lang="es-SV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SV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Definimos una metodología de amenaza usando </a:t>
            </a:r>
            <a:r>
              <a:rPr lang="es-SV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Rx5day</a:t>
            </a:r>
            <a:r>
              <a:rPr lang="es-SV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percentiles globales.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SV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Comparamos modelos de clasificación supervisada y seleccionamos el </a:t>
            </a:r>
            <a:r>
              <a:rPr lang="es-SV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RBF </a:t>
            </a:r>
            <a:r>
              <a:rPr lang="es-SV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como modelo final.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s-SV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Exportamos el modelo operativo y lo integramos con una interfaz local para consultar predicciones mensuales.</a:t>
            </a:r>
          </a:p>
        </p:txBody>
      </p:sp>
      <p:sp>
        <p:nvSpPr>
          <p:cNvPr id="101" name="Google Shape;101;p1"/>
          <p:cNvSpPr txBox="1"/>
          <p:nvPr/>
        </p:nvSpPr>
        <p:spPr>
          <a:xfrm>
            <a:off x="12232323" y="36723755"/>
            <a:ext cx="7249477" cy="941518"/>
          </a:xfrm>
          <a:prstGeom prst="rect">
            <a:avLst/>
          </a:prstGeom>
          <a:solidFill>
            <a:srgbClr val="1B68A5"/>
          </a:solidFill>
          <a:ln>
            <a:noFill/>
          </a:ln>
        </p:spPr>
        <p:txBody>
          <a:bodyPr spcFirstLastPara="1" wrap="square" lIns="360000" tIns="0" rIns="180000" bIns="0" anchor="ctr" anchorCtr="0">
            <a:noAutofit/>
          </a:bodyPr>
          <a:lstStyle/>
          <a:p>
            <a:pPr lvl="0"/>
            <a:r>
              <a:rPr lang="es-ES" sz="4000" b="1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NUESTRA CONTRIBUCIÓN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0712" y="571496"/>
            <a:ext cx="6078239" cy="132904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CFBFDB-7CB0-7C4E-B4CC-EF0F54E5AC19}"/>
              </a:ext>
            </a:extLst>
          </p:cNvPr>
          <p:cNvSpPr txBox="1"/>
          <p:nvPr/>
        </p:nvSpPr>
        <p:spPr>
          <a:xfrm>
            <a:off x="1064077" y="1834877"/>
            <a:ext cx="849151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FACULTAD DE INGENIERÍA EN ELECTRICIDAD Y COMPUTACIÓN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Inteligencia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Artificial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6BCE4F-B0BC-6848-BD02-CECE6EE69EF2}"/>
              </a:ext>
            </a:extLst>
          </p:cNvPr>
          <p:cNvSpPr/>
          <p:nvPr/>
        </p:nvSpPr>
        <p:spPr>
          <a:xfrm>
            <a:off x="12232322" y="9508571"/>
            <a:ext cx="7899320" cy="6215531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C57FAF5-EFF1-EA4F-B989-5EF78626C121}"/>
              </a:ext>
            </a:extLst>
          </p:cNvPr>
          <p:cNvSpPr/>
          <p:nvPr/>
        </p:nvSpPr>
        <p:spPr>
          <a:xfrm>
            <a:off x="10187704" y="16871435"/>
            <a:ext cx="9943938" cy="581956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90470F6-8090-7848-A79F-2E47D9A9841E}"/>
              </a:ext>
            </a:extLst>
          </p:cNvPr>
          <p:cNvSpPr/>
          <p:nvPr/>
        </p:nvSpPr>
        <p:spPr>
          <a:xfrm>
            <a:off x="11030673" y="24931329"/>
            <a:ext cx="9065490" cy="6506576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8EB4C68-ECC3-9548-B991-901796DE86F5}"/>
              </a:ext>
            </a:extLst>
          </p:cNvPr>
          <p:cNvSpPr/>
          <p:nvPr/>
        </p:nvSpPr>
        <p:spPr>
          <a:xfrm>
            <a:off x="4746463" y="31687045"/>
            <a:ext cx="11110598" cy="4615121"/>
          </a:xfrm>
          <a:prstGeom prst="rect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447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Tema de 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espol</dc:creator>
  <cp:lastModifiedBy>David Enrique Ramirez Scamaronez</cp:lastModifiedBy>
  <cp:revision>29</cp:revision>
  <dcterms:created xsi:type="dcterms:W3CDTF">2018-07-17T13:46:25Z</dcterms:created>
  <dcterms:modified xsi:type="dcterms:W3CDTF">2026-08-17T07:15:52Z</dcterms:modified>
</cp:coreProperties>
</file>